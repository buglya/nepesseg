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2FC67A-516F-4D07-B33E-B8060C6474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MAGYARORSZÁG LAKOSSÁGA 2025 ÉV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D49959C-E0A2-433B-82A4-9CA54E158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7866" y="4316766"/>
            <a:ext cx="8144134" cy="1117687"/>
          </a:xfrm>
        </p:spPr>
        <p:txBody>
          <a:bodyPr/>
          <a:lstStyle/>
          <a:p>
            <a:r>
              <a:rPr lang="hu-HU" dirty="0" err="1"/>
              <a:t>Created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: </a:t>
            </a:r>
            <a:r>
              <a:rPr lang="hu-HU" dirty="0" err="1"/>
              <a:t>Hollik</a:t>
            </a:r>
            <a:r>
              <a:rPr lang="hu-HU" dirty="0"/>
              <a:t> Milán Tibor, Muzsi Noé</a:t>
            </a:r>
          </a:p>
        </p:txBody>
      </p:sp>
    </p:spTree>
    <p:extLst>
      <p:ext uri="{BB962C8B-B14F-4D97-AF65-F5344CB8AC3E}">
        <p14:creationId xmlns:p14="http://schemas.microsoft.com/office/powerpoint/2010/main" val="411639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Közel 10 ezer embert tiltottak ki a Magyarország Kormánya  Facebook-oldaláról, 13 perc végiggörgetni a listát">
            <a:extLst>
              <a:ext uri="{FF2B5EF4-FFF2-40B4-BE49-F238E27FC236}">
                <a16:creationId xmlns:a16="http://schemas.microsoft.com/office/drawing/2014/main" id="{B41EB304-5286-48D9-A59F-9BD3418CD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2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ím 3">
            <a:extLst>
              <a:ext uri="{FF2B5EF4-FFF2-40B4-BE49-F238E27FC236}">
                <a16:creationId xmlns:a16="http://schemas.microsoft.com/office/drawing/2014/main" id="{B12ABF86-8722-404F-87BC-C3853BDC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84" y="396180"/>
            <a:ext cx="9624960" cy="1080938"/>
          </a:xfrm>
        </p:spPr>
        <p:txBody>
          <a:bodyPr/>
          <a:lstStyle/>
          <a:p>
            <a:pPr algn="ctr"/>
            <a:r>
              <a:rPr lang="hu-HU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Kezdőlap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F5393F4C-A5B1-43F8-86AD-61B1934BD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45" y="5070300"/>
            <a:ext cx="3070034" cy="576262"/>
          </a:xfrm>
        </p:spPr>
        <p:txBody>
          <a:bodyPr/>
          <a:lstStyle/>
          <a:p>
            <a:pPr algn="ctr"/>
            <a:r>
              <a:rPr lang="hu-HU" dirty="0"/>
              <a:t>Megye adatai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554EBDF2-50FD-4D7C-890C-5FE8E99D0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37728" y="5079514"/>
            <a:ext cx="3063240" cy="576262"/>
          </a:xfrm>
        </p:spPr>
        <p:txBody>
          <a:bodyPr/>
          <a:lstStyle/>
          <a:p>
            <a:pPr algn="ctr"/>
            <a:r>
              <a:rPr lang="hu-HU" dirty="0"/>
              <a:t>Település típusai</a:t>
            </a: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49727134-545E-45C7-8C30-C0BEE4FF8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498" y="5070300"/>
            <a:ext cx="3070025" cy="576262"/>
          </a:xfrm>
        </p:spPr>
        <p:txBody>
          <a:bodyPr/>
          <a:lstStyle/>
          <a:p>
            <a:pPr algn="ctr"/>
            <a:r>
              <a:rPr lang="hu-HU" dirty="0"/>
              <a:t>Kilépés</a:t>
            </a:r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FB03B723-D97D-4AC3-80F4-16428E4AD9B7}"/>
              </a:ext>
            </a:extLst>
          </p:cNvPr>
          <p:cNvGrpSpPr/>
          <p:nvPr/>
        </p:nvGrpSpPr>
        <p:grpSpPr>
          <a:xfrm>
            <a:off x="1560656" y="2595197"/>
            <a:ext cx="1991352" cy="1983581"/>
            <a:chOff x="1560656" y="2595197"/>
            <a:chExt cx="1991352" cy="1983581"/>
          </a:xfrm>
        </p:grpSpPr>
        <p:pic>
          <p:nvPicPr>
            <p:cNvPr id="1034" name="Picture 10" descr="THE BLACK BOX Online | Franklin MA">
              <a:hlinkClick r:id="rId3" action="ppaction://hlinksldjump"/>
              <a:extLst>
                <a:ext uri="{FF2B5EF4-FFF2-40B4-BE49-F238E27FC236}">
                  <a16:creationId xmlns:a16="http://schemas.microsoft.com/office/drawing/2014/main" id="{DD24A3D6-3D05-45BF-8D2F-7BCA29586E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74" t="21676" r="22508" b="22459"/>
            <a:stretch/>
          </p:blipFill>
          <p:spPr bwMode="auto">
            <a:xfrm>
              <a:off x="1560656" y="2595197"/>
              <a:ext cx="1991352" cy="198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Szövegdoboz 10">
              <a:extLst>
                <a:ext uri="{FF2B5EF4-FFF2-40B4-BE49-F238E27FC236}">
                  <a16:creationId xmlns:a16="http://schemas.microsoft.com/office/drawing/2014/main" id="{A28E9EC7-9021-44EB-9EEA-2CC07336E267}"/>
                </a:ext>
              </a:extLst>
            </p:cNvPr>
            <p:cNvSpPr txBox="1"/>
            <p:nvPr/>
          </p:nvSpPr>
          <p:spPr>
            <a:xfrm>
              <a:off x="2150917" y="2771379"/>
              <a:ext cx="798491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0000" dirty="0"/>
                <a:t>1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3E0B2E2B-B854-4B25-AEDB-527CCDB972A2}"/>
              </a:ext>
            </a:extLst>
          </p:cNvPr>
          <p:cNvGrpSpPr/>
          <p:nvPr/>
        </p:nvGrpSpPr>
        <p:grpSpPr>
          <a:xfrm>
            <a:off x="5173672" y="2556794"/>
            <a:ext cx="1991352" cy="2021984"/>
            <a:chOff x="5100324" y="2556794"/>
            <a:chExt cx="1991352" cy="2021984"/>
          </a:xfrm>
        </p:grpSpPr>
        <p:pic>
          <p:nvPicPr>
            <p:cNvPr id="17" name="Picture 10" descr="THE BLACK BOX Online | Franklin MA">
              <a:hlinkClick r:id="rId5" action="ppaction://hlinksldjump"/>
              <a:extLst>
                <a:ext uri="{FF2B5EF4-FFF2-40B4-BE49-F238E27FC236}">
                  <a16:creationId xmlns:a16="http://schemas.microsoft.com/office/drawing/2014/main" id="{D8B4BA7C-72B5-40F3-AF55-8FFAFFE467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74" t="21676" r="22508" b="22459"/>
            <a:stretch/>
          </p:blipFill>
          <p:spPr bwMode="auto">
            <a:xfrm>
              <a:off x="5100324" y="2556794"/>
              <a:ext cx="1991352" cy="2021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Szövegdoboz 19">
              <a:extLst>
                <a:ext uri="{FF2B5EF4-FFF2-40B4-BE49-F238E27FC236}">
                  <a16:creationId xmlns:a16="http://schemas.microsoft.com/office/drawing/2014/main" id="{BC5F023D-F40E-4633-A883-21AD75679EB5}"/>
                </a:ext>
              </a:extLst>
            </p:cNvPr>
            <p:cNvSpPr txBox="1"/>
            <p:nvPr/>
          </p:nvSpPr>
          <p:spPr>
            <a:xfrm>
              <a:off x="5687705" y="2677904"/>
              <a:ext cx="798491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0000" dirty="0"/>
                <a:t>2</a:t>
              </a:r>
            </a:p>
          </p:txBody>
        </p:sp>
      </p:grp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3D539EFB-1AC9-4082-BA51-83B09F75B768}"/>
              </a:ext>
            </a:extLst>
          </p:cNvPr>
          <p:cNvGrpSpPr/>
          <p:nvPr/>
        </p:nvGrpSpPr>
        <p:grpSpPr>
          <a:xfrm>
            <a:off x="8682836" y="2556794"/>
            <a:ext cx="1991352" cy="2021984"/>
            <a:chOff x="8682836" y="2556794"/>
            <a:chExt cx="1991352" cy="2021984"/>
          </a:xfrm>
        </p:grpSpPr>
        <p:pic>
          <p:nvPicPr>
            <p:cNvPr id="18" name="Picture 10" descr="THE BLACK BOX Online | Franklin MA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7BC62E97-7A17-4020-A9FD-A8F6E5F0A3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74" t="21676" r="22508" b="22459"/>
            <a:stretch/>
          </p:blipFill>
          <p:spPr bwMode="auto">
            <a:xfrm>
              <a:off x="8682836" y="2556794"/>
              <a:ext cx="1991352" cy="2021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Szövegdoboz 20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704E175D-B239-46D3-9BAB-9861D14726A7}"/>
                </a:ext>
              </a:extLst>
            </p:cNvPr>
            <p:cNvSpPr txBox="1"/>
            <p:nvPr/>
          </p:nvSpPr>
          <p:spPr>
            <a:xfrm>
              <a:off x="9279266" y="2673596"/>
              <a:ext cx="798491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0000" dirty="0"/>
                <a:t>3</a:t>
              </a:r>
            </a:p>
          </p:txBody>
        </p:sp>
      </p:grpSp>
      <p:sp>
        <p:nvSpPr>
          <p:cNvPr id="2" name="Téglalap 1">
            <a:hlinkClick r:id="rId6" action="ppaction://hlinksldjump"/>
            <a:extLst>
              <a:ext uri="{FF2B5EF4-FFF2-40B4-BE49-F238E27FC236}">
                <a16:creationId xmlns:a16="http://schemas.microsoft.com/office/drawing/2014/main" id="{9FC7FC11-9D40-4D49-A1D7-B5DDA7BE2A7C}"/>
              </a:ext>
            </a:extLst>
          </p:cNvPr>
          <p:cNvSpPr/>
          <p:nvPr/>
        </p:nvSpPr>
        <p:spPr>
          <a:xfrm>
            <a:off x="5100324" y="5926667"/>
            <a:ext cx="1991352" cy="7874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Főmenü</a:t>
            </a:r>
          </a:p>
        </p:txBody>
      </p:sp>
    </p:spTree>
    <p:extLst>
      <p:ext uri="{BB962C8B-B14F-4D97-AF65-F5344CB8AC3E}">
        <p14:creationId xmlns:p14="http://schemas.microsoft.com/office/powerpoint/2010/main" val="189669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F2ADD0-8DAB-4A83-9547-F43DCBB0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Megye Adatai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AB3C052-7EDF-49C1-BB30-D027EB740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Főbb funkciója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9C900F2-251E-45D1-87CD-46F20AC6BC4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5192444" cy="29135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dirty="0"/>
              <a:t>A kód egy függvény meghívásával lekérdezi a 2025-ös magyar népességi adatokat </a:t>
            </a:r>
            <a:r>
              <a:rPr lang="hu-HU" sz="2000" dirty="0" err="1"/>
              <a:t>megyénkénti</a:t>
            </a:r>
            <a:r>
              <a:rPr lang="hu-HU" sz="2000" dirty="0"/>
              <a:t> bontásban.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dirty="0"/>
              <a:t>Meghatározza a megyékben található települések számát, az összlakosságot, valamint a városokban – a megyei jogú városokat és a megyeszékhelyeket is beleértve – élő lakosság számát.</a:t>
            </a:r>
          </a:p>
        </p:txBody>
      </p:sp>
      <p:sp>
        <p:nvSpPr>
          <p:cNvPr id="9" name="Nyíl: balra mutató 8">
            <a:hlinkClick r:id="rId2" action="ppaction://hlinksldjump"/>
            <a:extLst>
              <a:ext uri="{FF2B5EF4-FFF2-40B4-BE49-F238E27FC236}">
                <a16:creationId xmlns:a16="http://schemas.microsoft.com/office/drawing/2014/main" id="{6FD7BC93-C507-46AC-AF61-E5BF7C83496D}"/>
              </a:ext>
            </a:extLst>
          </p:cNvPr>
          <p:cNvSpPr/>
          <p:nvPr/>
        </p:nvSpPr>
        <p:spPr>
          <a:xfrm>
            <a:off x="10740980" y="753228"/>
            <a:ext cx="1210614" cy="108093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9E7ADA4E-01C3-468D-91AE-EA97F986A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152775"/>
            <a:ext cx="5415678" cy="45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10866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073DA0-7ECC-4892-97A1-63CD4936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Település Típusok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049E1E2-43AE-4F60-81F6-1F3ED8245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Főbb funkciója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B63B231-31D7-4A01-B70E-D09D9EB945C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80321" y="3022673"/>
            <a:ext cx="5012141" cy="291351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dirty="0"/>
              <a:t>A kódunk egy menüpont kiválasztásán keresztül lehetővé teszi a különböző településtípusok lekérdezését.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dirty="0"/>
              <a:t>A településtípus kiválasztása után a program kilistázza az adott típushoz tartozó települések neveit és az ott élő emberek számát.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dirty="0"/>
              <a:t>A listázás lapozással történik, így a képernyőn egyszerre csak annyi település jelenik meg, amennyi elfér.</a:t>
            </a:r>
          </a:p>
        </p:txBody>
      </p:sp>
      <p:sp>
        <p:nvSpPr>
          <p:cNvPr id="9" name="Nyíl: balra mutató 8">
            <a:hlinkClick r:id="rId2" action="ppaction://hlinksldjump"/>
            <a:extLst>
              <a:ext uri="{FF2B5EF4-FFF2-40B4-BE49-F238E27FC236}">
                <a16:creationId xmlns:a16="http://schemas.microsoft.com/office/drawing/2014/main" id="{66770E06-53F3-4F24-9534-97DFDB3D5B5C}"/>
              </a:ext>
            </a:extLst>
          </p:cNvPr>
          <p:cNvSpPr/>
          <p:nvPr/>
        </p:nvSpPr>
        <p:spPr>
          <a:xfrm>
            <a:off x="10740980" y="753228"/>
            <a:ext cx="1210614" cy="108093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7306475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>
            <a:extLst>
              <a:ext uri="{FF2B5EF4-FFF2-40B4-BE49-F238E27FC236}">
                <a16:creationId xmlns:a16="http://schemas.microsoft.com/office/drawing/2014/main" id="{6E100D1F-B145-45F7-9FAC-4C4D62636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22" y="981871"/>
            <a:ext cx="4027920" cy="623651"/>
          </a:xfrm>
        </p:spPr>
        <p:txBody>
          <a:bodyPr/>
          <a:lstStyle/>
          <a:p>
            <a:r>
              <a:rPr lang="hu-HU" sz="4400" dirty="0"/>
              <a:t>Főmenü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5E8F07F5-D0F4-420D-9821-B9A922425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2123765"/>
            <a:ext cx="7078063" cy="4439270"/>
          </a:xfrm>
          <a:prstGeom prst="rect">
            <a:avLst/>
          </a:prstGeom>
        </p:spPr>
      </p:pic>
      <p:sp>
        <p:nvSpPr>
          <p:cNvPr id="19" name="Nyíl: balra mutató 18">
            <a:hlinkClick r:id="rId3" action="ppaction://hlinksldjump"/>
            <a:extLst>
              <a:ext uri="{FF2B5EF4-FFF2-40B4-BE49-F238E27FC236}">
                <a16:creationId xmlns:a16="http://schemas.microsoft.com/office/drawing/2014/main" id="{BC713ADB-D60D-48F5-B327-6CF1D036ED95}"/>
              </a:ext>
            </a:extLst>
          </p:cNvPr>
          <p:cNvSpPr/>
          <p:nvPr/>
        </p:nvSpPr>
        <p:spPr>
          <a:xfrm>
            <a:off x="10740980" y="753228"/>
            <a:ext cx="1210614" cy="108093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136350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{1D674E73-532A-45DA-8543-7BD38D3533DB}TF6e1c0bd6-43b7-4cba-aa12-42a6446060549635dceb-46d2bb9fb88c</Template>
  <TotalTime>0</TotalTime>
  <Words>125</Words>
  <Application>Microsoft Office PowerPoint</Application>
  <PresentationFormat>Szélesvásznú</PresentationFormat>
  <Paragraphs>20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Artifakt Element Black</vt:lpstr>
      <vt:lpstr>Trebuchet MS</vt:lpstr>
      <vt:lpstr>Berlin</vt:lpstr>
      <vt:lpstr>MAGYARORSZÁG LAKOSSÁGA 2025 ÉV</vt:lpstr>
      <vt:lpstr>Kezdőlap</vt:lpstr>
      <vt:lpstr>Megye Adatai</vt:lpstr>
      <vt:lpstr>Település Típusok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MAGYARORSZÁG LAKOSSÁGA 2025 ÉV</dc:title>
  <dc:creator>Muzsi Noé</dc:creator>
  <cp:lastModifiedBy>Hollik Milán</cp:lastModifiedBy>
  <cp:revision>15</cp:revision>
  <dcterms:created xsi:type="dcterms:W3CDTF">2026-09-15T12:19:15Z</dcterms:created>
  <dcterms:modified xsi:type="dcterms:W3CDTF">2026-09-18T09:38:46Z</dcterms:modified>
</cp:coreProperties>
</file>