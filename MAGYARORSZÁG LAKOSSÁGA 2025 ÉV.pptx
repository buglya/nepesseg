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21" autoAdjust="0"/>
    <p:restoredTop sz="94660"/>
  </p:normalViewPr>
  <p:slideViewPr>
    <p:cSldViewPr snapToGrid="0">
      <p:cViewPr varScale="1">
        <p:scale>
          <a:sx n="74" d="100"/>
          <a:sy n="74" d="100"/>
        </p:scale>
        <p:origin x="726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BE3C1-DBE1-495D-B57B-2849774B866A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DE42F4-6EEF-4EF7-8ED4-2208F0F89A08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8ACC-22D6-47C1-A373-4FD133E34F3C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A6C69-6797-4E8A-BF37-F2C3751466E9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2014A1-A632-4878-A0D3-F52BA7563730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9F462-093F-4566-844B-4C71F2739DA5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4A7AC-904D-4781-85BA-7D10C17ED021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1444B-B92B-4E27-8C94-BB93EAF5CB18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3EFA5E-FA76-400D-B3DC-F0BA90E6D107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C117F-5CCF-4837-BE5F-2B92066CAFAF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B90BD-B6CE-46B7-997F-7313B992CCDC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B9D11F-B188-461D-B23F-39381795C052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6D8D9-55A2-4063-B0F3-121F44549695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24536-994D-4021-A283-9F449C0DB509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BBBB78-C96F-47B7-AB17-D852CA960AC9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3F48C-C7C6-4055-9F49-3777875E72AE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6178E61D-D431-422C-9764-11DAFE33AB63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6E9DEC-419B-4CC5-A080-3B06BD5A8291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C2FC67A-516F-4D07-B33E-B8060C6474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MAGYARORSZÁG LAKOSSÁGA 2025 ÉV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D49959C-E0A2-433B-82A4-9CA54E158E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47866" y="4316766"/>
            <a:ext cx="8144134" cy="1117687"/>
          </a:xfrm>
        </p:spPr>
        <p:txBody>
          <a:bodyPr/>
          <a:lstStyle/>
          <a:p>
            <a:r>
              <a:rPr lang="hu-HU" dirty="0" err="1"/>
              <a:t>Created</a:t>
            </a:r>
            <a:r>
              <a:rPr lang="hu-HU" dirty="0"/>
              <a:t> </a:t>
            </a:r>
            <a:r>
              <a:rPr lang="hu-HU" dirty="0" err="1"/>
              <a:t>by</a:t>
            </a:r>
            <a:r>
              <a:rPr lang="hu-HU" dirty="0"/>
              <a:t>: </a:t>
            </a:r>
            <a:r>
              <a:rPr lang="hu-HU" dirty="0" err="1"/>
              <a:t>Hollik</a:t>
            </a:r>
            <a:r>
              <a:rPr lang="hu-HU" dirty="0"/>
              <a:t> Milán Tibor, Muzsi Noé</a:t>
            </a:r>
          </a:p>
        </p:txBody>
      </p:sp>
    </p:spTree>
    <p:extLst>
      <p:ext uri="{BB962C8B-B14F-4D97-AF65-F5344CB8AC3E}">
        <p14:creationId xmlns:p14="http://schemas.microsoft.com/office/powerpoint/2010/main" val="41163998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Közel 10 ezer embert tiltottak ki a Magyarország Kormánya  Facebook-oldaláról, 13 perc végiggörgetni a listát">
            <a:extLst>
              <a:ext uri="{FF2B5EF4-FFF2-40B4-BE49-F238E27FC236}">
                <a16:creationId xmlns:a16="http://schemas.microsoft.com/office/drawing/2014/main" id="{B41EB304-5286-48D9-A59F-9BD3418CD8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927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ím 3">
            <a:extLst>
              <a:ext uri="{FF2B5EF4-FFF2-40B4-BE49-F238E27FC236}">
                <a16:creationId xmlns:a16="http://schemas.microsoft.com/office/drawing/2014/main" id="{B12ABF86-8722-404F-87BC-C3853BDCA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3520" y="485752"/>
            <a:ext cx="9624960" cy="1080938"/>
          </a:xfrm>
        </p:spPr>
        <p:txBody>
          <a:bodyPr/>
          <a:lstStyle/>
          <a:p>
            <a:pPr algn="ctr"/>
            <a:r>
              <a:rPr lang="hu-HU" dirty="0">
                <a:latin typeface="Artifakt Element Black" panose="020B0A03050000020004" pitchFamily="34" charset="-18"/>
                <a:ea typeface="Artifakt Element Black" panose="020B0A03050000020004" pitchFamily="34" charset="-18"/>
              </a:rPr>
              <a:t>FŐ MENÜ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F5393F4C-A5B1-43F8-86AD-61B1934BD8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21315" y="1834166"/>
            <a:ext cx="3070034" cy="576262"/>
          </a:xfrm>
        </p:spPr>
        <p:txBody>
          <a:bodyPr/>
          <a:lstStyle/>
          <a:p>
            <a:pPr algn="ctr"/>
            <a:r>
              <a:rPr lang="hu-HU" dirty="0"/>
              <a:t>Megye adatai</a:t>
            </a:r>
          </a:p>
        </p:txBody>
      </p:sp>
      <p:sp>
        <p:nvSpPr>
          <p:cNvPr id="6" name="Szöveg helye 5">
            <a:extLst>
              <a:ext uri="{FF2B5EF4-FFF2-40B4-BE49-F238E27FC236}">
                <a16:creationId xmlns:a16="http://schemas.microsoft.com/office/drawing/2014/main" id="{554EBDF2-50FD-4D7C-890C-5FE8E99D09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555331" y="1834166"/>
            <a:ext cx="3063240" cy="576262"/>
          </a:xfrm>
        </p:spPr>
        <p:txBody>
          <a:bodyPr/>
          <a:lstStyle/>
          <a:p>
            <a:pPr algn="ctr"/>
            <a:r>
              <a:rPr lang="hu-HU" dirty="0"/>
              <a:t>Település típusai</a:t>
            </a:r>
          </a:p>
        </p:txBody>
      </p:sp>
      <p:sp>
        <p:nvSpPr>
          <p:cNvPr id="7" name="Szöveg helye 6">
            <a:extLst>
              <a:ext uri="{FF2B5EF4-FFF2-40B4-BE49-F238E27FC236}">
                <a16:creationId xmlns:a16="http://schemas.microsoft.com/office/drawing/2014/main" id="{49727134-545E-45C7-8C30-C0BEE4FF81D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077703" y="1834166"/>
            <a:ext cx="3070025" cy="576262"/>
          </a:xfrm>
        </p:spPr>
        <p:txBody>
          <a:bodyPr/>
          <a:lstStyle/>
          <a:p>
            <a:pPr algn="ctr"/>
            <a:r>
              <a:rPr lang="hu-HU" dirty="0"/>
              <a:t>Kilépés</a:t>
            </a:r>
          </a:p>
        </p:txBody>
      </p:sp>
      <p:pic>
        <p:nvPicPr>
          <p:cNvPr id="1034" name="Picture 10" descr="THE BLACK BOX Online | Franklin MA">
            <a:extLst>
              <a:ext uri="{FF2B5EF4-FFF2-40B4-BE49-F238E27FC236}">
                <a16:creationId xmlns:a16="http://schemas.microsoft.com/office/drawing/2014/main" id="{DD24A3D6-3D05-45BF-8D2F-7BCA29586E7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474" t="21676" r="22508" b="22459"/>
          <a:stretch/>
        </p:blipFill>
        <p:spPr bwMode="auto">
          <a:xfrm>
            <a:off x="1560656" y="2595197"/>
            <a:ext cx="1991352" cy="1983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10" descr="THE BLACK BOX Online | Franklin MA">
            <a:extLst>
              <a:ext uri="{FF2B5EF4-FFF2-40B4-BE49-F238E27FC236}">
                <a16:creationId xmlns:a16="http://schemas.microsoft.com/office/drawing/2014/main" id="{D8B4BA7C-72B5-40F3-AF55-8FFAFFE467E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474" t="21676" r="22508" b="22459"/>
          <a:stretch/>
        </p:blipFill>
        <p:spPr bwMode="auto">
          <a:xfrm>
            <a:off x="5100324" y="2556794"/>
            <a:ext cx="1991352" cy="2021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0" descr="THE BLACK BOX Online | Franklin MA">
            <a:extLst>
              <a:ext uri="{FF2B5EF4-FFF2-40B4-BE49-F238E27FC236}">
                <a16:creationId xmlns:a16="http://schemas.microsoft.com/office/drawing/2014/main" id="{7BC62E97-7A17-4020-A9FD-A8F6E5F0A3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474" t="21676" r="22508" b="22459"/>
          <a:stretch/>
        </p:blipFill>
        <p:spPr bwMode="auto">
          <a:xfrm>
            <a:off x="8682836" y="2556794"/>
            <a:ext cx="1991352" cy="2021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Szövegdoboz 10">
            <a:extLst>
              <a:ext uri="{FF2B5EF4-FFF2-40B4-BE49-F238E27FC236}">
                <a16:creationId xmlns:a16="http://schemas.microsoft.com/office/drawing/2014/main" id="{A28E9EC7-9021-44EB-9EEA-2CC07336E267}"/>
              </a:ext>
            </a:extLst>
          </p:cNvPr>
          <p:cNvSpPr txBox="1"/>
          <p:nvPr/>
        </p:nvSpPr>
        <p:spPr>
          <a:xfrm>
            <a:off x="2150917" y="2771379"/>
            <a:ext cx="798491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0000" dirty="0"/>
              <a:t>1</a:t>
            </a:r>
          </a:p>
        </p:txBody>
      </p:sp>
      <p:sp>
        <p:nvSpPr>
          <p:cNvPr id="20" name="Szövegdoboz 19">
            <a:extLst>
              <a:ext uri="{FF2B5EF4-FFF2-40B4-BE49-F238E27FC236}">
                <a16:creationId xmlns:a16="http://schemas.microsoft.com/office/drawing/2014/main" id="{BC5F023D-F40E-4633-A883-21AD75679EB5}"/>
              </a:ext>
            </a:extLst>
          </p:cNvPr>
          <p:cNvSpPr txBox="1"/>
          <p:nvPr/>
        </p:nvSpPr>
        <p:spPr>
          <a:xfrm>
            <a:off x="5687705" y="2677904"/>
            <a:ext cx="798491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0000" dirty="0"/>
              <a:t>2</a:t>
            </a:r>
          </a:p>
        </p:txBody>
      </p:sp>
      <p:sp>
        <p:nvSpPr>
          <p:cNvPr id="21" name="Szövegdoboz 20">
            <a:extLst>
              <a:ext uri="{FF2B5EF4-FFF2-40B4-BE49-F238E27FC236}">
                <a16:creationId xmlns:a16="http://schemas.microsoft.com/office/drawing/2014/main" id="{704E175D-B239-46D3-9BAB-9861D14726A7}"/>
              </a:ext>
            </a:extLst>
          </p:cNvPr>
          <p:cNvSpPr txBox="1"/>
          <p:nvPr/>
        </p:nvSpPr>
        <p:spPr>
          <a:xfrm>
            <a:off x="9279266" y="2673596"/>
            <a:ext cx="798491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00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896693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8F2ADD0-8DAB-4A83-9547-F43DCBB07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3AB3C052-7EDF-49C1-BB30-D027EB740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39C900F2-251E-45D1-87CD-46F20AC6BC47}"/>
              </a:ext>
            </a:extLst>
          </p:cNvPr>
          <p:cNvSpPr>
            <a:spLocks noGrp="1"/>
          </p:cNvSpPr>
          <p:nvPr>
            <p:ph type="body" sz="half" idx="15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3F782E2D-CE31-4E43-B634-8F4EDDBCA9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zöveg helye 5">
            <a:extLst>
              <a:ext uri="{FF2B5EF4-FFF2-40B4-BE49-F238E27FC236}">
                <a16:creationId xmlns:a16="http://schemas.microsoft.com/office/drawing/2014/main" id="{B4BF5E79-471D-43C6-ACF0-9F582707602E}"/>
              </a:ext>
            </a:extLst>
          </p:cNvPr>
          <p:cNvSpPr>
            <a:spLocks noGrp="1"/>
          </p:cNvSpPr>
          <p:nvPr>
            <p:ph type="body" sz="half" idx="16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zöveg helye 6">
            <a:extLst>
              <a:ext uri="{FF2B5EF4-FFF2-40B4-BE49-F238E27FC236}">
                <a16:creationId xmlns:a16="http://schemas.microsoft.com/office/drawing/2014/main" id="{72D9982D-5F7F-41D1-837F-B9359DC89A4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8" name="Szöveg helye 7">
            <a:extLst>
              <a:ext uri="{FF2B5EF4-FFF2-40B4-BE49-F238E27FC236}">
                <a16:creationId xmlns:a16="http://schemas.microsoft.com/office/drawing/2014/main" id="{D52456FA-AF94-4941-824D-54F7CCA34C05}"/>
              </a:ext>
            </a:extLst>
          </p:cNvPr>
          <p:cNvSpPr>
            <a:spLocks noGrp="1"/>
          </p:cNvSpPr>
          <p:nvPr>
            <p:ph type="body" sz="half" idx="17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20310866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9D360E"/>
      </a:dk2>
      <a:lt2>
        <a:srgbClr val="E7E6E6"/>
      </a:lt2>
      <a:accent1>
        <a:srgbClr val="F09415"/>
      </a:accent1>
      <a:accent2>
        <a:srgbClr val="C1B56B"/>
      </a:accent2>
      <a:accent3>
        <a:srgbClr val="4BAF73"/>
      </a:accent3>
      <a:accent4>
        <a:srgbClr val="5AA6C0"/>
      </a:accent4>
      <a:accent5>
        <a:srgbClr val="D17DF9"/>
      </a:accent5>
      <a:accent6>
        <a:srgbClr val="FA7E5C"/>
      </a:accent6>
      <a:hlink>
        <a:srgbClr val="FFAE3E"/>
      </a:hlink>
      <a:folHlink>
        <a:srgbClr val="FCC77E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0CBE056-4EF4-4D92-969E-947779DA7AA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{1D674E73-532A-45DA-8543-7BD38D3533DB}TF6e1c0bd6-43b7-4cba-aa12-42a6446060549635dceb-46d2bb9fb88c</Template>
  <TotalTime>0</TotalTime>
  <Words>23</Words>
  <Application>Microsoft Office PowerPoint</Application>
  <PresentationFormat>Szélesvásznú</PresentationFormat>
  <Paragraphs>9</Paragraphs>
  <Slides>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3</vt:i4>
      </vt:variant>
    </vt:vector>
  </HeadingPairs>
  <TitlesOfParts>
    <vt:vector size="7" baseType="lpstr">
      <vt:lpstr>Arial</vt:lpstr>
      <vt:lpstr>Artifakt Element Black</vt:lpstr>
      <vt:lpstr>Trebuchet MS</vt:lpstr>
      <vt:lpstr>Berlin</vt:lpstr>
      <vt:lpstr>MAGYARORSZÁG LAKOSSÁGA 2025 ÉV</vt:lpstr>
      <vt:lpstr>FŐ MENÜ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MAGYARORSZÁG LAKOSSÁGA 2025 ÉV</dc:title>
  <dc:creator>Muzsi Noé</dc:creator>
  <cp:lastModifiedBy>Muzsi Noé</cp:lastModifiedBy>
  <cp:revision>3</cp:revision>
  <dcterms:created xsi:type="dcterms:W3CDTF">2026-09-15T12:19:15Z</dcterms:created>
  <dcterms:modified xsi:type="dcterms:W3CDTF">2026-09-15T12:34:09Z</dcterms:modified>
</cp:coreProperties>
</file>